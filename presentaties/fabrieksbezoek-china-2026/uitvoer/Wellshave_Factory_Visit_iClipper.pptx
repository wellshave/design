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ec675a4-7172-65f2-40a7-c7689537cb82}">
          <p14:sldIdLst>
            <p14:sldId id="256"/>
          </p14:sldIdLst>
        </p14:section>
        <p14:section name="About Wellshave" id="{45189cb7-47ff-e40c-62e6-a4950725b30b}">
          <p14:sldIdLst>
            <p14:sldId id="257"/>
            <p14:sldId id="258"/>
          </p14:sldIdLst>
        </p14:section>
        <p14:section name="The visit" id="{8fb12f8d-50c9-e356-bfea-7fff716660ee}">
          <p14:sldIdLst>
            <p14:sldId id="259"/>
            <p14:sldId id="260"/>
          </p14:sldIdLst>
        </p14:section>
        <p14:section name="Your products" id="{cdeb3677-ed78-689c-6ecc-e2d5029bc11a}">
          <p14:sldIdLst>
            <p14:sldId id="261"/>
            <p14:sldId id="262"/>
          </p14:sldIdLst>
        </p14:section>
        <p14:section name="Working together" id="{ad9b4c1a-10a2-0984-69e2-e9970f10827e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Joe (iClipper)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through this partner. Sales are bol.com units (about 80% of our revenue).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Themes are tagged by hand from the bol.com review texts. Quotes are translated from Dutch.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Certified adapter: from now on every device ships with a certified adapter whose cable is fixed to it,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539496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Ningbo iClipper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宁波爱克利浦电器有限公司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Joe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graphicFrame>
        <p:nvGraphicFramePr>
          <p:cNvPr id="7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377440"/>
                <a:gridCol w="2103120"/>
                <a:gridCol w="203911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Model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型号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Sold in 2026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年销量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Return rate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退货率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Pro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K73S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2,094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2.5%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Deluxe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K80S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1,428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1.5%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Elegant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K81S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812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2.0%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Detail Trimmer Sharpline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I73S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295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6.1%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Total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4,629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</a:tbl>
          </a:graphicData>
        </a:graphic>
      </p:graphicFrame>
      <p:sp>
        <p:nvSpPr>
          <p:cNvPr id="5" name="Data source"/>
          <p:cNvSpPr txBox="1"/>
          <p:nvPr/>
        </p:nvSpPr>
        <p:spPr>
          <a:xfrm>
            <a:off x="548640" y="5202936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* bol.com, 1 January to 15 October 2026. Return rate counts all return reasons. Webshop sales not included. We share our 2027 forecast in the meeting.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数据来源：bol.com，2026年1月1日至10月15日。退货率包含所有退货原因，不含官网销量。2027年预测将在会议中分享。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our customers tell 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客户反馈</a:t>
            </a:r>
            <a:endParaRPr lang="en-US" sz="2000" dirty="0"/>
          </a:p>
        </p:txBody>
      </p:sp>
      <p:sp>
        <p:nvSpPr>
          <p:cNvPr id="4" name="Stats card"/>
          <p:cNvSpPr/>
          <p:nvPr/>
        </p:nvSpPr>
        <p:spPr>
          <a:xfrm>
            <a:off x="548640" y="1645920"/>
            <a:ext cx="3200400" cy="425196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</p:spPr>
      </p:sp>
      <p:sp>
        <p:nvSpPr>
          <p:cNvPr id="5" name="Stat value 1"/>
          <p:cNvSpPr txBox="1"/>
          <p:nvPr/>
        </p:nvSpPr>
        <p:spPr>
          <a:xfrm>
            <a:off x="822960" y="1938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4,629</a:t>
            </a:r>
            <a:endParaRPr lang="en-US" sz="3000" dirty="0"/>
          </a:p>
        </p:txBody>
      </p:sp>
      <p:sp>
        <p:nvSpPr>
          <p:cNvPr id="6" name="Stat label 1"/>
          <p:cNvSpPr txBox="1"/>
          <p:nvPr/>
        </p:nvSpPr>
        <p:spPr>
          <a:xfrm>
            <a:off x="822960" y="25054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units sold on bol.com in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2026年bol.com销量</a:t>
            </a:r>
            <a:endParaRPr lang="en-US" sz="1100" dirty="0"/>
          </a:p>
        </p:txBody>
      </p:sp>
      <p:sp>
        <p:nvSpPr>
          <p:cNvPr id="7" name="Stat value 2"/>
          <p:cNvSpPr txBox="1"/>
          <p:nvPr/>
        </p:nvSpPr>
        <p:spPr>
          <a:xfrm>
            <a:off x="822960" y="3264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</a:t>
            </a:r>
            <a:endParaRPr lang="en-US" sz="3000" dirty="0"/>
          </a:p>
        </p:txBody>
      </p:sp>
      <p:sp>
        <p:nvSpPr>
          <p:cNvPr id="8" name="Stat label 2"/>
          <p:cNvSpPr txBox="1"/>
          <p:nvPr/>
        </p:nvSpPr>
        <p:spPr>
          <a:xfrm>
            <a:off x="822960" y="3831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(1 to 3 stars)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差评数（1至3星）</a:t>
            </a:r>
            <a:endParaRPr lang="en-US" sz="1100" dirty="0"/>
          </a:p>
        </p:txBody>
      </p:sp>
      <p:sp>
        <p:nvSpPr>
          <p:cNvPr id="9" name="Stat value 3"/>
          <p:cNvSpPr txBox="1"/>
          <p:nvPr/>
        </p:nvSpPr>
        <p:spPr>
          <a:xfrm>
            <a:off x="822960" y="45902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1.3</a:t>
            </a:r>
            <a:endParaRPr lang="en-US" sz="3000" dirty="0"/>
          </a:p>
        </p:txBody>
      </p:sp>
      <p:sp>
        <p:nvSpPr>
          <p:cNvPr id="10" name="Stat label 3"/>
          <p:cNvSpPr txBox="1"/>
          <p:nvPr/>
        </p:nvSpPr>
        <p:spPr>
          <a:xfrm>
            <a:off x="822960" y="5157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per 1,000 units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每千件产品的差评数</a:t>
            </a:r>
            <a:endParaRPr lang="en-US" sz="1100" dirty="0"/>
          </a:p>
        </p:txBody>
      </p:sp>
      <p:sp>
        <p:nvSpPr>
          <p:cNvPr id="11" name="Theme 1"/>
          <p:cNvSpPr txBox="1"/>
          <p:nvPr/>
        </p:nvSpPr>
        <p:spPr>
          <a:xfrm>
            <a:off x="4114800" y="164592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Weight and grip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重量与握感</a:t>
            </a:r>
            <a:endParaRPr lang="en-US" sz="1350" dirty="0"/>
          </a:p>
        </p:txBody>
      </p:sp>
      <p:sp>
        <p:nvSpPr>
          <p:cNvPr id="12" name="Theme count 1"/>
          <p:cNvSpPr txBox="1"/>
          <p:nvPr/>
        </p:nvSpPr>
        <p:spPr>
          <a:xfrm>
            <a:off x="10820095" y="16276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heme track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4" name="Theme bar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Theme quote 1"/>
          <p:cNvSpPr txBox="1"/>
          <p:nvPr/>
        </p:nvSpPr>
        <p:spPr>
          <a:xfrm>
            <a:off x="4114800" y="207568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“Heavy for such a small device, and slippery in the hand.”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机身小却偏重，握在手里还容易打滑。</a:t>
            </a:r>
            <a:endParaRPr lang="en-US" sz="1000" dirty="0"/>
          </a:p>
        </p:txBody>
      </p:sp>
      <p:sp>
        <p:nvSpPr>
          <p:cNvPr id="16" name="Theme 2"/>
          <p:cNvSpPr txBox="1"/>
          <p:nvPr/>
        </p:nvSpPr>
        <p:spPr>
          <a:xfrm>
            <a:off x="4114800" y="260604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Battery drains fast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电池掉电快</a:t>
            </a:r>
            <a:endParaRPr lang="en-US" sz="1350" dirty="0"/>
          </a:p>
        </p:txBody>
      </p:sp>
      <p:sp>
        <p:nvSpPr>
          <p:cNvPr id="17" name="Theme count 2"/>
          <p:cNvSpPr txBox="1"/>
          <p:nvPr/>
        </p:nvSpPr>
        <p:spPr>
          <a:xfrm>
            <a:off x="10820095" y="25877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heme track 2"/>
          <p:cNvSpPr/>
          <p:nvPr/>
        </p:nvSpPr>
        <p:spPr>
          <a:xfrm>
            <a:off x="4114800" y="290779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9" name="Theme bar 2"/>
          <p:cNvSpPr/>
          <p:nvPr/>
        </p:nvSpPr>
        <p:spPr>
          <a:xfrm>
            <a:off x="4114800" y="290779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heme quote 2"/>
          <p:cNvSpPr txBox="1"/>
          <p:nvPr/>
        </p:nvSpPr>
        <p:spPr>
          <a:xfrm>
            <a:off x="4114800" y="303580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“Started at 81%; after 10 minutes only 56% was left.”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开始时电量为81%，使用10分钟后只剩56%。</a:t>
            </a:r>
            <a:endParaRPr lang="en-US" sz="1000" dirty="0"/>
          </a:p>
        </p:txBody>
      </p:sp>
      <p:sp>
        <p:nvSpPr>
          <p:cNvPr id="21" name="Theme 3"/>
          <p:cNvSpPr txBox="1"/>
          <p:nvPr/>
        </p:nvSpPr>
        <p:spPr>
          <a:xfrm>
            <a:off x="4114800" y="356616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Blade gets hot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刀头发热</a:t>
            </a:r>
            <a:endParaRPr lang="en-US" sz="1350" dirty="0"/>
          </a:p>
        </p:txBody>
      </p:sp>
      <p:sp>
        <p:nvSpPr>
          <p:cNvPr id="22" name="Theme count 3"/>
          <p:cNvSpPr txBox="1"/>
          <p:nvPr/>
        </p:nvSpPr>
        <p:spPr>
          <a:xfrm>
            <a:off x="10820095" y="35478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3" name="Theme track 3"/>
          <p:cNvSpPr/>
          <p:nvPr/>
        </p:nvSpPr>
        <p:spPr>
          <a:xfrm>
            <a:off x="4114800" y="386791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Theme bar 3"/>
          <p:cNvSpPr/>
          <p:nvPr/>
        </p:nvSpPr>
        <p:spPr>
          <a:xfrm>
            <a:off x="4114800" y="386791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heme quote 3"/>
          <p:cNvSpPr txBox="1"/>
          <p:nvPr/>
        </p:nvSpPr>
        <p:spPr>
          <a:xfrm>
            <a:off x="4114800" y="399592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cutting part gets hot.”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刀头会发烫。</a:t>
            </a:r>
            <a:endParaRPr lang="en-US" sz="1000" dirty="0"/>
          </a:p>
        </p:txBody>
      </p:sp>
      <p:sp>
        <p:nvSpPr>
          <p:cNvPr id="26" name="Theme 4"/>
          <p:cNvSpPr txBox="1"/>
          <p:nvPr/>
        </p:nvSpPr>
        <p:spPr>
          <a:xfrm>
            <a:off x="4114800" y="452628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Comb length not accurate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限位梳长度不准</a:t>
            </a:r>
            <a:endParaRPr lang="en-US" sz="1350" dirty="0"/>
          </a:p>
        </p:txBody>
      </p:sp>
      <p:sp>
        <p:nvSpPr>
          <p:cNvPr id="27" name="Theme count 4"/>
          <p:cNvSpPr txBox="1"/>
          <p:nvPr/>
        </p:nvSpPr>
        <p:spPr>
          <a:xfrm>
            <a:off x="10820095" y="45079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8" name="Theme track 4"/>
          <p:cNvSpPr/>
          <p:nvPr/>
        </p:nvSpPr>
        <p:spPr>
          <a:xfrm>
            <a:off x="4114800" y="482803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9" name="Theme bar 4"/>
          <p:cNvSpPr/>
          <p:nvPr/>
        </p:nvSpPr>
        <p:spPr>
          <a:xfrm>
            <a:off x="4114800" y="482803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Theme quote 4"/>
          <p:cNvSpPr txBox="1"/>
          <p:nvPr/>
        </p:nvSpPr>
        <p:spPr>
          <a:xfrm>
            <a:off x="4114800" y="495604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3 mm comb is actually 1.5 mm.”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3毫米的限位梳实际上只有1.5毫米。</a:t>
            </a:r>
            <a:endParaRPr lang="en-US" sz="1000" dirty="0"/>
          </a:p>
        </p:txBody>
      </p:sp>
      <p:sp>
        <p:nvSpPr>
          <p:cNvPr id="31" name="Review source"/>
          <p:cNvSpPr txBox="1"/>
          <p:nvPr/>
        </p:nvSpPr>
        <p:spPr>
          <a:xfrm>
            <a:off x="548640" y="5989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 reviews with 1 to 3 stars on your products, January to October 2026. One review can mention several topics.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数据来源：2026年1月至10月bol.com上贵司产品的1至3星评价，一条评价可能涉及多个问题。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Certified adapter with fixed cable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标配认证的一体式适配器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customers always charge correctly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确保客户始终正确充电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Improved batteries, the certified adapter and new models. We like to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改进后的电池、认证适配器和新款产品。我们希望亲手测试。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iClipper</dc:title>
  <dc:subject>PptxGenJS Presentation</dc:subject>
  <dc:creator>Wellshave</dc:creator>
  <cp:lastModifiedBy>Wellshave</cp:lastModifiedBy>
  <cp:revision>1</cp:revision>
  <dcterms:created xsi:type="dcterms:W3CDTF">2026-10-17T03:41:15Z</dcterms:created>
  <dcterms:modified xsi:type="dcterms:W3CDTF">2026-10-17T03:41:15Z</dcterms:modified>
</cp:coreProperties>
</file>