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2c1387e-dfe2-a0ba-614f-9cfff083e58d}">
          <p14:sldIdLst>
            <p14:sldId id="256"/>
          </p14:sldIdLst>
        </p14:section>
        <p14:section name="About Wellshave" id="{c51fd7c0-ef99-f021-1386-01f3842effac}">
          <p14:sldIdLst>
            <p14:sldId id="257"/>
            <p14:sldId id="258"/>
          </p14:sldIdLst>
        </p14:section>
        <p14:section name="The visit" id="{d9921d14-b919-6dfb-ab94-58c76ea04ca2}">
          <p14:sldIdLst>
            <p14:sldId id="259"/>
            <p14:sldId id="260"/>
          </p14:sldIdLst>
        </p14:section>
        <p14:section name="Your products" id="{32719cac-df9e-7c3c-a870-2368390c5d26}">
          <p14:sldIdLst>
            <p14:sldId id="261"/>
            <p14:sldId id="262"/>
          </p14:sldIdLst>
        </p14:section>
        <p14:section name="Working together" id="{246e706d-8936-83d3-fcbb-b627239fbdce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iClipper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short. Point at the categories this factory makes for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products we buy through this partner. Sales are bol.com units (about 80% of our revenue).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Themes are tagged by hand from the bol.com review texts. Quotes are translated from Dutch.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Fixed-cable adapter: from now on every device ships with a charger whose cable is fixed to the adapter, so customers always charge with the right adapter for that device. Wrong adapters damage batteries and lead to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hair clipper with battery dis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Wellshav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8745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22860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6634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Prepared for"/>
          <p:cNvSpPr txBox="1"/>
          <p:nvPr/>
        </p:nvSpPr>
        <p:spPr>
          <a:xfrm>
            <a:off x="685800" y="539496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spc="300" kern="0" dirty="0">
                <a:solidFill>
                  <a:schemeClr val="accent2"/>
                </a:solidFill>
              </a:rPr>
              <a:t>PREPARED FOR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拜访对象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Ningbo iClipper Electric Appliance Co., Ltd.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宁波爱克利浦电器有限公司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Joe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October 2026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 in Helmond (NL)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成立于荷兰海尔蒙德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 range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我们的产品系列</a:t>
            </a:r>
            <a:endParaRPr lang="en-US" sz="2000" dirty="0"/>
          </a:p>
        </p:txBody>
      </p:sp>
      <p:sp>
        <p:nvSpPr>
          <p:cNvPr id="4" name="Range card 1"/>
          <p:cNvSpPr/>
          <p:nvPr/>
        </p:nvSpPr>
        <p:spPr>
          <a:xfrm>
            <a:off x="548640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5" name="Range photo 1" descr="Groom Guard™ P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38528"/>
            <a:ext cx="1463040" cy="1463040"/>
          </a:xfrm>
          <a:prstGeom prst="rect">
            <a:avLst/>
          </a:prstGeom>
        </p:spPr>
      </p:pic>
      <p:sp>
        <p:nvSpPr>
          <p:cNvPr id="6" name="Range text 1"/>
          <p:cNvSpPr txBox="1"/>
          <p:nvPr/>
        </p:nvSpPr>
        <p:spPr>
          <a:xfrm>
            <a:off x="2395728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Body groomers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Groom Guard™ PRO</a:t>
            </a:r>
            <a:endParaRPr lang="en-US" sz="1400" dirty="0"/>
          </a:p>
        </p:txBody>
      </p:sp>
      <p:sp>
        <p:nvSpPr>
          <p:cNvPr id="7" name="Range card 2"/>
          <p:cNvSpPr/>
          <p:nvPr/>
        </p:nvSpPr>
        <p:spPr>
          <a:xfrm>
            <a:off x="4338218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8" name="Range photo 2" descr="The Gentleman Shaver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1938528"/>
            <a:ext cx="1463040" cy="1463040"/>
          </a:xfrm>
          <a:prstGeom prst="rect">
            <a:avLst/>
          </a:prstGeom>
        </p:spPr>
      </p:pic>
      <p:sp>
        <p:nvSpPr>
          <p:cNvPr id="9" name="Range text 2"/>
          <p:cNvSpPr txBox="1"/>
          <p:nvPr/>
        </p:nvSpPr>
        <p:spPr>
          <a:xfrm>
            <a:off x="6185306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Electric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The Gentleman Shaver™</a:t>
            </a:r>
            <a:endParaRPr lang="en-US" sz="1400" dirty="0"/>
          </a:p>
        </p:txBody>
      </p:sp>
      <p:sp>
        <p:nvSpPr>
          <p:cNvPr id="10" name="Range card 3"/>
          <p:cNvSpPr/>
          <p:nvPr/>
        </p:nvSpPr>
        <p:spPr>
          <a:xfrm>
            <a:off x="8127797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1" name="Range photo 3" descr="Head Shaver Delux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1938528"/>
            <a:ext cx="1463040" cy="1463040"/>
          </a:xfrm>
          <a:prstGeom prst="rect">
            <a:avLst/>
          </a:prstGeom>
        </p:spPr>
      </p:pic>
      <p:sp>
        <p:nvSpPr>
          <p:cNvPr id="12" name="Range text 3"/>
          <p:cNvSpPr txBox="1"/>
          <p:nvPr/>
        </p:nvSpPr>
        <p:spPr>
          <a:xfrm>
            <a:off x="9974885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Head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光头剃须刀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Head Shaver Deluxe</a:t>
            </a:r>
            <a:endParaRPr lang="en-US" sz="1400" dirty="0"/>
          </a:p>
        </p:txBody>
      </p:sp>
      <p:sp>
        <p:nvSpPr>
          <p:cNvPr id="13" name="Range card 4"/>
          <p:cNvSpPr/>
          <p:nvPr/>
        </p:nvSpPr>
        <p:spPr>
          <a:xfrm>
            <a:off x="548640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4" name="Range photo 4" descr="Men Shaper Supreme™ 6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95928"/>
            <a:ext cx="1463040" cy="1463040"/>
          </a:xfrm>
          <a:prstGeom prst="rect">
            <a:avLst/>
          </a:prstGeom>
        </p:spPr>
      </p:pic>
      <p:sp>
        <p:nvSpPr>
          <p:cNvPr id="15" name="Range text 4"/>
          <p:cNvSpPr txBox="1"/>
          <p:nvPr/>
        </p:nvSpPr>
        <p:spPr>
          <a:xfrm>
            <a:off x="2395728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Beard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胡须修剪器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Men Shaper Supreme™ 6-in-1</a:t>
            </a:r>
            <a:endParaRPr lang="en-US" sz="1400" dirty="0"/>
          </a:p>
        </p:txBody>
      </p:sp>
      <p:sp>
        <p:nvSpPr>
          <p:cNvPr id="16" name="Range card 5"/>
          <p:cNvSpPr/>
          <p:nvPr/>
        </p:nvSpPr>
        <p:spPr>
          <a:xfrm>
            <a:off x="4338218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7" name="Range photo 5" descr="Tondeuse Elegant™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1098" y="3995928"/>
            <a:ext cx="1463040" cy="1463040"/>
          </a:xfrm>
          <a:prstGeom prst="rect">
            <a:avLst/>
          </a:prstGeom>
        </p:spPr>
      </p:pic>
      <p:sp>
        <p:nvSpPr>
          <p:cNvPr id="18" name="Range text 5"/>
          <p:cNvSpPr txBox="1"/>
          <p:nvPr/>
        </p:nvSpPr>
        <p:spPr>
          <a:xfrm>
            <a:off x="6185306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Hair clippers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理发器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Tondeuse Elegant™</a:t>
            </a:r>
            <a:endParaRPr lang="en-US" sz="1400" dirty="0"/>
          </a:p>
        </p:txBody>
      </p:sp>
      <p:sp>
        <p:nvSpPr>
          <p:cNvPr id="19" name="Range card 6"/>
          <p:cNvSpPr/>
          <p:nvPr/>
        </p:nvSpPr>
        <p:spPr>
          <a:xfrm>
            <a:off x="8127797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20" name="Range photo 6" descr="Neustrimmer Ultimate™ 4-in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677" y="3995928"/>
            <a:ext cx="1463040" cy="1463040"/>
          </a:xfrm>
          <a:prstGeom prst="rect">
            <a:avLst/>
          </a:prstGeom>
        </p:spPr>
      </p:pic>
      <p:sp>
        <p:nvSpPr>
          <p:cNvPr id="21" name="Range text 6"/>
          <p:cNvSpPr txBox="1"/>
          <p:nvPr/>
        </p:nvSpPr>
        <p:spPr>
          <a:xfrm>
            <a:off x="9974885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Nose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Neustrimmer Ultimate™ 4-in-1</a:t>
            </a:r>
            <a:endParaRPr lang="en-US" sz="1400" dirty="0"/>
          </a:p>
        </p:txBody>
      </p:sp>
      <p:sp>
        <p:nvSpPr>
          <p:cNvPr id="22" name="Range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Also: safety razors, replacement blades, accessories and value bundles.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另有：安全剃须刀、替换刀片、配件及超值套装。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Dustin Gibson</a:t>
            </a:r>
            <a:endParaRPr lang="en-US" sz="20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WG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Willem de Groot</a:t>
            </a:r>
            <a:endParaRPr lang="en-US" sz="20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Leo</a:t>
            </a:r>
            <a:endParaRPr lang="en-US" sz="20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we are visiting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本次拜访目的</a:t>
            </a:r>
            <a:endParaRPr lang="en-US" sz="2000" dirty="0"/>
          </a:p>
        </p:txBody>
      </p:sp>
      <p:sp>
        <p:nvSpPr>
          <p:cNvPr id="4" name="Step card 1"/>
          <p:cNvSpPr/>
          <p:nvPr/>
        </p:nvSpPr>
        <p:spPr>
          <a:xfrm>
            <a:off x="548640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5" name="Step number 1"/>
          <p:cNvSpPr txBox="1"/>
          <p:nvPr/>
        </p:nvSpPr>
        <p:spPr>
          <a:xfrm>
            <a:off x="804672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6" name="Step title 1"/>
          <p:cNvSpPr txBox="1"/>
          <p:nvPr/>
        </p:nvSpPr>
        <p:spPr>
          <a:xfrm>
            <a:off x="804672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Get to know each other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相互了解</a:t>
            </a:r>
            <a:endParaRPr lang="en-US" sz="1600" dirty="0"/>
          </a:p>
        </p:txBody>
      </p:sp>
      <p:sp>
        <p:nvSpPr>
          <p:cNvPr id="7" name="Step text 1"/>
          <p:cNvSpPr txBox="1"/>
          <p:nvPr/>
        </p:nvSpPr>
        <p:spPr>
          <a:xfrm>
            <a:off x="804672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introduce Wellshave, our customers and how we work.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 Wellshave、我们的客户和工作方式。</a:t>
            </a:r>
            <a:endParaRPr lang="en-US" sz="1300" dirty="0"/>
          </a:p>
        </p:txBody>
      </p:sp>
      <p:sp>
        <p:nvSpPr>
          <p:cNvPr id="8" name="Step card 2"/>
          <p:cNvSpPr/>
          <p:nvPr/>
        </p:nvSpPr>
        <p:spPr>
          <a:xfrm>
            <a:off x="3377108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9" name="Step number 2"/>
          <p:cNvSpPr txBox="1"/>
          <p:nvPr/>
        </p:nvSpPr>
        <p:spPr>
          <a:xfrm>
            <a:off x="3633140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33140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 current data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回顾当前数据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33140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reviews and returns of the products we buy from you.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回顾我们向贵司采购产品的销量、评价和退货情况。</a:t>
            </a:r>
            <a:endParaRPr lang="en-US" sz="1300" dirty="0"/>
          </a:p>
        </p:txBody>
      </p:sp>
      <p:sp>
        <p:nvSpPr>
          <p:cNvPr id="12" name="Step card 3"/>
          <p:cNvSpPr/>
          <p:nvPr/>
        </p:nvSpPr>
        <p:spPr>
          <a:xfrm>
            <a:off x="6205576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3" name="Step number 3"/>
          <p:cNvSpPr txBox="1"/>
          <p:nvPr/>
        </p:nvSpPr>
        <p:spPr>
          <a:xfrm>
            <a:off x="6461608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4" name="Step title 3"/>
          <p:cNvSpPr txBox="1"/>
          <p:nvPr/>
        </p:nvSpPr>
        <p:spPr>
          <a:xfrm>
            <a:off x="6461608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Share our 2027 plans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分享 2027 年计划</a:t>
            </a:r>
            <a:endParaRPr lang="en-US" sz="1600" dirty="0"/>
          </a:p>
        </p:txBody>
      </p:sp>
      <p:sp>
        <p:nvSpPr>
          <p:cNvPr id="15" name="Step text 3"/>
          <p:cNvSpPr txBox="1"/>
          <p:nvPr/>
        </p:nvSpPr>
        <p:spPr>
          <a:xfrm>
            <a:off x="6461608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Our growth plans and what they mean for your factory.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我们的增长计划及其对贵厂的意义。</a:t>
            </a:r>
            <a:endParaRPr lang="en-US" sz="1300" dirty="0"/>
          </a:p>
        </p:txBody>
      </p:sp>
      <p:sp>
        <p:nvSpPr>
          <p:cNvPr id="16" name="Step card 4"/>
          <p:cNvSpPr/>
          <p:nvPr/>
        </p:nvSpPr>
        <p:spPr>
          <a:xfrm>
            <a:off x="9034043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7" name="Step number 4"/>
          <p:cNvSpPr txBox="1"/>
          <p:nvPr/>
        </p:nvSpPr>
        <p:spPr>
          <a:xfrm>
            <a:off x="9290075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8" name="Step title 4"/>
          <p:cNvSpPr txBox="1"/>
          <p:nvPr/>
        </p:nvSpPr>
        <p:spPr>
          <a:xfrm>
            <a:off x="9290075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the range together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共同优化产品</a:t>
            </a:r>
            <a:endParaRPr lang="en-US" sz="1600" dirty="0"/>
          </a:p>
        </p:txBody>
      </p:sp>
      <p:sp>
        <p:nvSpPr>
          <p:cNvPr id="19" name="Step text 4"/>
          <p:cNvSpPr txBox="1"/>
          <p:nvPr/>
        </p:nvSpPr>
        <p:spPr>
          <a:xfrm>
            <a:off x="9290075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Better quality, better prices and new models.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更好的品质、更优的价格和新款产品。</a:t>
            </a:r>
            <a:endParaRPr lang="en-US" sz="1300" dirty="0"/>
          </a:p>
        </p:txBody>
      </p:sp>
      <p:sp>
        <p:nvSpPr>
          <p:cNvPr id="20" name="Outcome box"/>
          <p:cNvSpPr/>
          <p:nvPr/>
        </p:nvSpPr>
        <p:spPr>
          <a:xfrm>
            <a:off x="548640" y="5212080"/>
            <a:ext cx="11094415" cy="749808"/>
          </a:xfrm>
          <a:prstGeom prst="roundRect">
            <a:avLst>
              <a:gd name="adj" fmla="val 19512"/>
            </a:avLst>
          </a:prstGeom>
          <a:solidFill>
            <a:srgbClr val="EDE6DA"/>
          </a:solidFill>
          <a:ln/>
        </p:spPr>
      </p:sp>
      <p:pic>
        <p:nvPicPr>
          <p:cNvPr id="21" name="Outc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413248"/>
            <a:ext cx="347472" cy="347472"/>
          </a:xfrm>
          <a:prstGeom prst="rect">
            <a:avLst/>
          </a:prstGeom>
        </p:spPr>
      </p:pic>
      <p:sp>
        <p:nvSpPr>
          <p:cNvPr id="22" name="Outcome"/>
          <p:cNvSpPr txBox="1"/>
          <p:nvPr/>
        </p:nvSpPr>
        <p:spPr>
          <a:xfrm>
            <a:off x="1325880" y="5321808"/>
            <a:ext cx="10088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A good visit: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leave with samples, your recommendations and clear next steps for 2027.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成功的拜访：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我们带着样品、您的建议和清晰的 2027 年下一步计划回去。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Your products at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贵司产品在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的表现</a:t>
            </a:r>
            <a:endParaRPr lang="en-US" sz="2000" dirty="0"/>
          </a:p>
        </p:txBody>
      </p:sp>
      <p:graphicFrame>
        <p:nvGraphicFramePr>
          <p:cNvPr id="7" name="Produ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377440"/>
                <a:gridCol w="2103120"/>
                <a:gridCol w="203911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Product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Model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型号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Sold in 2026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 年销量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Return rate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退货率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Hair Clipper Pro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K73S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2,094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2.5%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Hair Clipper Deluxe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K80S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1,428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1.5%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Hair Clipper Elegant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K81S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812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2.0%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Detail Trimmer Sharpline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I73S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295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6.1%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Total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4,629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</a:tbl>
          </a:graphicData>
        </a:graphic>
      </p:graphicFrame>
      <p:sp>
        <p:nvSpPr>
          <p:cNvPr id="5" name="Data source"/>
          <p:cNvSpPr txBox="1"/>
          <p:nvPr/>
        </p:nvSpPr>
        <p:spPr>
          <a:xfrm>
            <a:off x="548640" y="5202936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* bol.com, 1 January to 15 October 2026. Return rate counts all return reasons. Webshop sales not included. We share our 2027 forecast in the meeting.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数据来源：bol.com，2026年1月1日至10月15日。退货率包含所有退货原因，不含官网销量。2027年预测将在会议中分享。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our customers tell us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客户反馈</a:t>
            </a:r>
            <a:endParaRPr lang="en-US" sz="2000" dirty="0"/>
          </a:p>
        </p:txBody>
      </p:sp>
      <p:sp>
        <p:nvSpPr>
          <p:cNvPr id="4" name="Stats card"/>
          <p:cNvSpPr/>
          <p:nvPr/>
        </p:nvSpPr>
        <p:spPr>
          <a:xfrm>
            <a:off x="548640" y="1645920"/>
            <a:ext cx="3200400" cy="425196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/>
        </p:spPr>
      </p:sp>
      <p:sp>
        <p:nvSpPr>
          <p:cNvPr id="5" name="Stat value 1"/>
          <p:cNvSpPr txBox="1"/>
          <p:nvPr/>
        </p:nvSpPr>
        <p:spPr>
          <a:xfrm>
            <a:off x="822960" y="1938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4,629</a:t>
            </a:r>
            <a:endParaRPr lang="en-US" sz="3000" dirty="0"/>
          </a:p>
        </p:txBody>
      </p:sp>
      <p:sp>
        <p:nvSpPr>
          <p:cNvPr id="6" name="Stat label 1"/>
          <p:cNvSpPr txBox="1"/>
          <p:nvPr/>
        </p:nvSpPr>
        <p:spPr>
          <a:xfrm>
            <a:off x="822960" y="25054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units sold on bol.com in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2026年bol.com销量</a:t>
            </a:r>
            <a:endParaRPr lang="en-US" sz="1100" dirty="0"/>
          </a:p>
        </p:txBody>
      </p:sp>
      <p:sp>
        <p:nvSpPr>
          <p:cNvPr id="7" name="Stat value 2"/>
          <p:cNvSpPr txBox="1"/>
          <p:nvPr/>
        </p:nvSpPr>
        <p:spPr>
          <a:xfrm>
            <a:off x="822960" y="32644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6</a:t>
            </a:r>
            <a:endParaRPr lang="en-US" sz="3000" dirty="0"/>
          </a:p>
        </p:txBody>
      </p:sp>
      <p:sp>
        <p:nvSpPr>
          <p:cNvPr id="8" name="Stat label 2"/>
          <p:cNvSpPr txBox="1"/>
          <p:nvPr/>
        </p:nvSpPr>
        <p:spPr>
          <a:xfrm>
            <a:off x="822960" y="3831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critical reviews (1 to 3 stars)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差评数（1至3星）</a:t>
            </a:r>
            <a:endParaRPr lang="en-US" sz="1100" dirty="0"/>
          </a:p>
        </p:txBody>
      </p:sp>
      <p:sp>
        <p:nvSpPr>
          <p:cNvPr id="9" name="Stat value 3"/>
          <p:cNvSpPr txBox="1"/>
          <p:nvPr/>
        </p:nvSpPr>
        <p:spPr>
          <a:xfrm>
            <a:off x="822960" y="45902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1.3</a:t>
            </a:r>
            <a:endParaRPr lang="en-US" sz="3000" dirty="0"/>
          </a:p>
        </p:txBody>
      </p:sp>
      <p:sp>
        <p:nvSpPr>
          <p:cNvPr id="10" name="Stat label 3"/>
          <p:cNvSpPr txBox="1"/>
          <p:nvPr/>
        </p:nvSpPr>
        <p:spPr>
          <a:xfrm>
            <a:off x="822960" y="51572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critical reviews per 1,000 units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每千件产品的差评数</a:t>
            </a:r>
            <a:endParaRPr lang="en-US" sz="1100" dirty="0"/>
          </a:p>
        </p:txBody>
      </p:sp>
      <p:sp>
        <p:nvSpPr>
          <p:cNvPr id="11" name="Theme 1"/>
          <p:cNvSpPr txBox="1"/>
          <p:nvPr/>
        </p:nvSpPr>
        <p:spPr>
          <a:xfrm>
            <a:off x="4114800" y="164592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Weight and grip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重量与握感</a:t>
            </a:r>
            <a:endParaRPr lang="en-US" sz="1350" dirty="0"/>
          </a:p>
        </p:txBody>
      </p:sp>
      <p:sp>
        <p:nvSpPr>
          <p:cNvPr id="12" name="Theme count 1"/>
          <p:cNvSpPr txBox="1"/>
          <p:nvPr/>
        </p:nvSpPr>
        <p:spPr>
          <a:xfrm>
            <a:off x="10820095" y="16276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heme track 1"/>
          <p:cNvSpPr/>
          <p:nvPr/>
        </p:nvSpPr>
        <p:spPr>
          <a:xfrm>
            <a:off x="4114800" y="194767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4" name="Theme bar 1"/>
          <p:cNvSpPr/>
          <p:nvPr/>
        </p:nvSpPr>
        <p:spPr>
          <a:xfrm>
            <a:off x="4114800" y="194767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Theme quote 1"/>
          <p:cNvSpPr txBox="1"/>
          <p:nvPr/>
        </p:nvSpPr>
        <p:spPr>
          <a:xfrm>
            <a:off x="4114800" y="207568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“Heavy for such a small device, and slippery in the hand.”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机身小却偏重，握在手里还容易打滑。</a:t>
            </a:r>
            <a:endParaRPr lang="en-US" sz="1000" dirty="0"/>
          </a:p>
        </p:txBody>
      </p:sp>
      <p:sp>
        <p:nvSpPr>
          <p:cNvPr id="16" name="Theme 2"/>
          <p:cNvSpPr txBox="1"/>
          <p:nvPr/>
        </p:nvSpPr>
        <p:spPr>
          <a:xfrm>
            <a:off x="4114800" y="260604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Battery drains fast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电池掉电快</a:t>
            </a:r>
            <a:endParaRPr lang="en-US" sz="1350" dirty="0"/>
          </a:p>
        </p:txBody>
      </p:sp>
      <p:sp>
        <p:nvSpPr>
          <p:cNvPr id="17" name="Theme count 2"/>
          <p:cNvSpPr txBox="1"/>
          <p:nvPr/>
        </p:nvSpPr>
        <p:spPr>
          <a:xfrm>
            <a:off x="10820095" y="258775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heme track 2"/>
          <p:cNvSpPr/>
          <p:nvPr/>
        </p:nvSpPr>
        <p:spPr>
          <a:xfrm>
            <a:off x="4114800" y="290779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9" name="Theme bar 2"/>
          <p:cNvSpPr/>
          <p:nvPr/>
        </p:nvSpPr>
        <p:spPr>
          <a:xfrm>
            <a:off x="4114800" y="2907792"/>
            <a:ext cx="3764128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Theme quote 2"/>
          <p:cNvSpPr txBox="1"/>
          <p:nvPr/>
        </p:nvSpPr>
        <p:spPr>
          <a:xfrm>
            <a:off x="4114800" y="303580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“Started at 81%; after 10 minutes only 56% was left.”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开始时电量为81%，使用10分钟后只剩56%。</a:t>
            </a:r>
            <a:endParaRPr lang="en-US" sz="1000" dirty="0"/>
          </a:p>
        </p:txBody>
      </p:sp>
      <p:sp>
        <p:nvSpPr>
          <p:cNvPr id="21" name="Theme 3"/>
          <p:cNvSpPr txBox="1"/>
          <p:nvPr/>
        </p:nvSpPr>
        <p:spPr>
          <a:xfrm>
            <a:off x="4114800" y="356616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Blade gets hot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刀头发热</a:t>
            </a:r>
            <a:endParaRPr lang="en-US" sz="1350" dirty="0"/>
          </a:p>
        </p:txBody>
      </p:sp>
      <p:sp>
        <p:nvSpPr>
          <p:cNvPr id="22" name="Theme count 3"/>
          <p:cNvSpPr txBox="1"/>
          <p:nvPr/>
        </p:nvSpPr>
        <p:spPr>
          <a:xfrm>
            <a:off x="10820095" y="35478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3" name="Theme track 3"/>
          <p:cNvSpPr/>
          <p:nvPr/>
        </p:nvSpPr>
        <p:spPr>
          <a:xfrm>
            <a:off x="4114800" y="386791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4" name="Theme bar 3"/>
          <p:cNvSpPr/>
          <p:nvPr/>
        </p:nvSpPr>
        <p:spPr>
          <a:xfrm>
            <a:off x="4114800" y="3867912"/>
            <a:ext cx="3764128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Theme quote 3"/>
          <p:cNvSpPr txBox="1"/>
          <p:nvPr/>
        </p:nvSpPr>
        <p:spPr>
          <a:xfrm>
            <a:off x="4114800" y="399592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cutting part gets hot.”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刀头会发烫。</a:t>
            </a:r>
            <a:endParaRPr lang="en-US" sz="1000" dirty="0"/>
          </a:p>
        </p:txBody>
      </p:sp>
      <p:sp>
        <p:nvSpPr>
          <p:cNvPr id="26" name="Theme 4"/>
          <p:cNvSpPr txBox="1"/>
          <p:nvPr/>
        </p:nvSpPr>
        <p:spPr>
          <a:xfrm>
            <a:off x="4114800" y="452628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Comb length not accurate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限位梳长度不准</a:t>
            </a:r>
            <a:endParaRPr lang="en-US" sz="1350" dirty="0"/>
          </a:p>
        </p:txBody>
      </p:sp>
      <p:sp>
        <p:nvSpPr>
          <p:cNvPr id="27" name="Theme count 4"/>
          <p:cNvSpPr txBox="1"/>
          <p:nvPr/>
        </p:nvSpPr>
        <p:spPr>
          <a:xfrm>
            <a:off x="10820095" y="45079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8" name="Theme track 4"/>
          <p:cNvSpPr/>
          <p:nvPr/>
        </p:nvSpPr>
        <p:spPr>
          <a:xfrm>
            <a:off x="4114800" y="482803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9" name="Theme bar 4"/>
          <p:cNvSpPr/>
          <p:nvPr/>
        </p:nvSpPr>
        <p:spPr>
          <a:xfrm>
            <a:off x="4114800" y="4828032"/>
            <a:ext cx="3764128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Theme quote 4"/>
          <p:cNvSpPr txBox="1"/>
          <p:nvPr/>
        </p:nvSpPr>
        <p:spPr>
          <a:xfrm>
            <a:off x="4114800" y="495604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3 mm comb is actually 1.5 mm.”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3毫米的限位梳实际上只有1.5毫米。</a:t>
            </a:r>
            <a:endParaRPr lang="en-US" sz="1000" dirty="0"/>
          </a:p>
        </p:txBody>
      </p:sp>
      <p:sp>
        <p:nvSpPr>
          <p:cNvPr id="31" name="Review source"/>
          <p:cNvSpPr txBox="1"/>
          <p:nvPr/>
        </p:nvSpPr>
        <p:spPr>
          <a:xfrm>
            <a:off x="548640" y="598932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Source: bol.com reviews with 1 to 3 stars on your products, January to October 2026. One review can mention several topics.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数据来源：2026年1月至10月bol.com上贵司产品的1至3星评价，一条评价可能涉及多个问题。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BATTERIES &amp; CHARGING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重点：电池与充电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 and lifespan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续航更长，电池寿命更长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Fixed-cable adapter as standard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今后标配线缆固定的一体式适配器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So the right adapter is always used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确保客户始终使用与设备匹配的适配器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Fewer defects and returns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减少故障和退货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CO-DEVELOPMENT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重点：共同开发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Develop new models together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共同开发新款产品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Upgrades of our best-sellers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升级我们的畅销款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Your newest technology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贵司的最新技术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559552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our customers get a 100-day trial and a 2-year warranty, so every weak battery becomes a return and a bad review.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我们为客户提供 100 天试用和 2 年保修，每一个电池问题都会变成退货和差评。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New models and improved batteries. We like to hold and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新款产品和改进后的电池。我们希望亲手体验和测试。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What would you change in our products?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哪些产品在其他市场卖得好？您会如何改进我们的产品？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iClipper</dc:title>
  <dc:subject>PptxGenJS Presentation</dc:subject>
  <dc:creator>Wellshave</dc:creator>
  <cp:lastModifiedBy>Wellshave</cp:lastModifiedBy>
  <cp:revision>1</cp:revision>
  <dcterms:created xsi:type="dcterms:W3CDTF">2026-10-16T14:29:47Z</dcterms:created>
  <dcterms:modified xsi:type="dcterms:W3CDTF">2026-10-16T14:29:47Z</dcterms:modified>
</cp:coreProperties>
</file>