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0efedaa-d37b-e232-ba2f-7cb52b8ec97d}">
          <p14:sldIdLst>
            <p14:sldId id="256"/>
          </p14:sldIdLst>
        </p14:section>
        <p14:section name="About Wellshave" id="{21a76d2b-d5d5-61bf-70f4-3651ecc9feab}">
          <p14:sldIdLst>
            <p14:sldId id="257"/>
            <p14:sldId id="258"/>
          </p14:sldIdLst>
        </p14:section>
        <p14:section name="The visit" id="{3ec8f977-f121-7018-9072-e34c6b76a798}">
          <p14:sldIdLst>
            <p14:sldId id="259"/>
            <p14:sldId id="260"/>
            <p14:sldId id="261"/>
          </p14:sldIdLst>
        </p14:section>
        <p14:section name="Our products with you" id="{f7282027-1ab0-3aa2-5771-2eb60c731994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iClipper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products and volumes for this factory before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Visit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Prepared for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iClipper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   ·   October 2026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拜访工厂：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iClipper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成立年份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Dustin Gibson</a:t>
            </a:r>
            <a:endParaRPr lang="en-US" sz="22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Willem</a:t>
            </a:r>
            <a:endParaRPr lang="en-US" sz="22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Leo</a:t>
            </a:r>
            <a:endParaRPr lang="en-US" sz="22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products with iClipper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我们向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iClipper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采购的产品</a:t>
            </a:r>
            <a:endParaRPr lang="en-US" sz="2000" dirty="0"/>
          </a:p>
        </p:txBody>
      </p:sp>
      <p:graphicFrame>
        <p:nvGraphicFramePr>
          <p:cNvPr id="8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48840"/>
                <a:gridCol w="2148840"/>
                <a:gridCol w="313639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Volume 2026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年采购量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Forecast 2027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年预测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Focus for this visit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本次重点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</a:tbl>
          </a:graphicData>
        </a:graphic>
      </p:graphicFrame>
      <p:sp>
        <p:nvSpPr>
          <p:cNvPr id="5" name="Data note"/>
          <p:cNvSpPr/>
          <p:nvPr/>
        </p:nvSpPr>
        <p:spPr>
          <a:xfrm>
            <a:off x="548640" y="4462272"/>
            <a:ext cx="11094415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6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690872"/>
            <a:ext cx="457200" cy="457200"/>
          </a:xfrm>
          <a:prstGeom prst="rect">
            <a:avLst/>
          </a:prstGeom>
        </p:spPr>
      </p:pic>
      <p:sp>
        <p:nvSpPr>
          <p:cNvPr id="7" name="Data text"/>
          <p:cNvSpPr txBox="1"/>
          <p:nvPr/>
        </p:nvSpPr>
        <p:spPr>
          <a:xfrm>
            <a:off x="1508760" y="4572000"/>
            <a:ext cx="98599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 the meeting we share the full data per product: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customer reviews, returns and the main complaints.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会议中我们将分享每款产品的完整数据：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销量、客户评价、退货情况以及主要问题。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iClipper</dc:title>
  <dc:subject>PptxGenJS Presentation</dc:subject>
  <dc:creator>Wellshave</dc:creator>
  <cp:lastModifiedBy>Wellshave</cp:lastModifiedBy>
  <cp:revision>1</cp:revision>
  <dcterms:created xsi:type="dcterms:W3CDTF">2026-10-16T02:57:28Z</dcterms:created>
  <dcterms:modified xsi:type="dcterms:W3CDTF">2026-10-16T02:57:28Z</dcterms:modified>
</cp:coreProperties>
</file>